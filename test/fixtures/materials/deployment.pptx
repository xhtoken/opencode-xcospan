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Release reference: SAMPLE-842. Validate rollback before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